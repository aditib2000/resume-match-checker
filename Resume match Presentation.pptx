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60C14-5BAE-42E5-B9EE-F80956A89C25}" v="5" dt="2026-08-17T17:01:54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Aaditi Dharmendra" userId="309d48b9-7bea-4a7f-972e-5cf8e69b80e2" providerId="ADAL" clId="{D8D9715D-EE94-4E91-99BB-9875AF1CB874}"/>
    <pc:docChg chg="undo custSel delSld modSld">
      <pc:chgData name="Bhandari, Aaditi Dharmendra" userId="309d48b9-7bea-4a7f-972e-5cf8e69b80e2" providerId="ADAL" clId="{D8D9715D-EE94-4E91-99BB-9875AF1CB874}" dt="2026-08-17T17:00:57.773" v="241"/>
      <pc:docMkLst>
        <pc:docMk/>
      </pc:docMkLst>
      <pc:sldChg chg="modSp mod">
        <pc:chgData name="Bhandari, Aaditi Dharmendra" userId="309d48b9-7bea-4a7f-972e-5cf8e69b80e2" providerId="ADAL" clId="{D8D9715D-EE94-4E91-99BB-9875AF1CB874}" dt="2026-08-17T15:57:29.482" v="46" actId="1076"/>
        <pc:sldMkLst>
          <pc:docMk/>
          <pc:sldMk cId="0" sldId="256"/>
        </pc:sldMkLst>
        <pc:spChg chg="mod">
          <ac:chgData name="Bhandari, Aaditi Dharmendra" userId="309d48b9-7bea-4a7f-972e-5cf8e69b80e2" providerId="ADAL" clId="{D8D9715D-EE94-4E91-99BB-9875AF1CB874}" dt="2026-08-17T15:57:29.482" v="46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6:50.324" v="1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7:20.580" v="45" actId="255"/>
          <ac:spMkLst>
            <pc:docMk/>
            <pc:sldMk cId="0" sldId="256"/>
            <ac:spMk id="13" creationId="{00000000-0000-0000-0000-000000000000}"/>
          </ac:spMkLst>
        </pc:spChg>
      </pc:sldChg>
      <pc:sldChg chg="addSp delSp modSp mod">
        <pc:chgData name="Bhandari, Aaditi Dharmendra" userId="309d48b9-7bea-4a7f-972e-5cf8e69b80e2" providerId="ADAL" clId="{D8D9715D-EE94-4E91-99BB-9875AF1CB874}" dt="2026-08-17T15:59:07.861" v="76" actId="313"/>
        <pc:sldMkLst>
          <pc:docMk/>
          <pc:sldMk cId="0" sldId="257"/>
        </pc:sldMkLst>
        <pc:spChg chg="mod">
          <ac:chgData name="Bhandari, Aaditi Dharmendra" userId="309d48b9-7bea-4a7f-972e-5cf8e69b80e2" providerId="ADAL" clId="{D8D9715D-EE94-4E91-99BB-9875AF1CB874}" dt="2026-08-17T15:58:02.861" v="47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9:07.861" v="76" actId="313"/>
          <ac:spMkLst>
            <pc:docMk/>
            <pc:sldMk cId="0" sldId="257"/>
            <ac:spMk id="3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8:48.680" v="58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8:44.539" v="57" actId="20577"/>
          <ac:spMkLst>
            <pc:docMk/>
            <pc:sldMk cId="0" sldId="257"/>
            <ac:spMk id="19" creationId="{00000000-0000-0000-0000-000000000000}"/>
          </ac:spMkLst>
        </pc:spChg>
        <pc:spChg chg="add del mod">
          <ac:chgData name="Bhandari, Aaditi Dharmendra" userId="309d48b9-7bea-4a7f-972e-5cf8e69b80e2" providerId="ADAL" clId="{D8D9715D-EE94-4E91-99BB-9875AF1CB874}" dt="2026-08-17T15:58:19.346" v="55"/>
          <ac:spMkLst>
            <pc:docMk/>
            <pc:sldMk cId="0" sldId="257"/>
            <ac:spMk id="22" creationId="{A249014A-FE71-FB6D-1A5C-F0C777860028}"/>
          </ac:spMkLst>
        </pc:spChg>
      </pc:sldChg>
      <pc:sldChg chg="modSp mod">
        <pc:chgData name="Bhandari, Aaditi Dharmendra" userId="309d48b9-7bea-4a7f-972e-5cf8e69b80e2" providerId="ADAL" clId="{D8D9715D-EE94-4E91-99BB-9875AF1CB874}" dt="2026-08-17T15:59:58.972" v="80" actId="20577"/>
        <pc:sldMkLst>
          <pc:docMk/>
          <pc:sldMk cId="0" sldId="258"/>
        </pc:sldMkLst>
        <pc:spChg chg="mod">
          <ac:chgData name="Bhandari, Aaditi Dharmendra" userId="309d48b9-7bea-4a7f-972e-5cf8e69b80e2" providerId="ADAL" clId="{D8D9715D-EE94-4E91-99BB-9875AF1CB874}" dt="2026-08-17T15:59:43.406" v="78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9:47.533" v="79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5:59:58.972" v="80" actId="20577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Bhandari, Aaditi Dharmendra" userId="309d48b9-7bea-4a7f-972e-5cf8e69b80e2" providerId="ADAL" clId="{D8D9715D-EE94-4E91-99BB-9875AF1CB874}" dt="2026-08-17T16:00:12.993" v="82" actId="255"/>
        <pc:sldMkLst>
          <pc:docMk/>
          <pc:sldMk cId="0" sldId="259"/>
        </pc:sldMkLst>
        <pc:spChg chg="mod">
          <ac:chgData name="Bhandari, Aaditi Dharmendra" userId="309d48b9-7bea-4a7f-972e-5cf8e69b80e2" providerId="ADAL" clId="{D8D9715D-EE94-4E91-99BB-9875AF1CB874}" dt="2026-08-17T16:00:07.819" v="81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6:00:12.993" v="82" actId="255"/>
          <ac:spMkLst>
            <pc:docMk/>
            <pc:sldMk cId="0" sldId="259"/>
            <ac:spMk id="3" creationId="{00000000-0000-0000-0000-000000000000}"/>
          </ac:spMkLst>
        </pc:spChg>
      </pc:sldChg>
      <pc:sldChg chg="addSp delSp modSp mod">
        <pc:chgData name="Bhandari, Aaditi Dharmendra" userId="309d48b9-7bea-4a7f-972e-5cf8e69b80e2" providerId="ADAL" clId="{D8D9715D-EE94-4E91-99BB-9875AF1CB874}" dt="2026-08-17T16:56:04.654" v="121" actId="1076"/>
        <pc:sldMkLst>
          <pc:docMk/>
          <pc:sldMk cId="0" sldId="260"/>
        </pc:sldMkLst>
        <pc:spChg chg="mod">
          <ac:chgData name="Bhandari, Aaditi Dharmendra" userId="309d48b9-7bea-4a7f-972e-5cf8e69b80e2" providerId="ADAL" clId="{D8D9715D-EE94-4E91-99BB-9875AF1CB874}" dt="2026-08-17T16:01:32.569" v="108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6:00:50.906" v="84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6:01:36.355" v="110" actId="20577"/>
          <ac:spMkLst>
            <pc:docMk/>
            <pc:sldMk cId="0" sldId="260"/>
            <ac:spMk id="4" creationId="{00000000-0000-0000-0000-000000000000}"/>
          </ac:spMkLst>
        </pc:spChg>
        <pc:picChg chg="del">
          <ac:chgData name="Bhandari, Aaditi Dharmendra" userId="309d48b9-7bea-4a7f-972e-5cf8e69b80e2" providerId="ADAL" clId="{D8D9715D-EE94-4E91-99BB-9875AF1CB874}" dt="2026-08-17T16:55:56.337" v="118" actId="478"/>
          <ac:picMkLst>
            <pc:docMk/>
            <pc:sldMk cId="0" sldId="260"/>
            <ac:picMk id="6" creationId="{00000000-0000-0000-0000-000000000000}"/>
          </ac:picMkLst>
        </pc:picChg>
        <pc:picChg chg="add mod">
          <ac:chgData name="Bhandari, Aaditi Dharmendra" userId="309d48b9-7bea-4a7f-972e-5cf8e69b80e2" providerId="ADAL" clId="{D8D9715D-EE94-4E91-99BB-9875AF1CB874}" dt="2026-08-17T16:56:04.654" v="121" actId="1076"/>
          <ac:picMkLst>
            <pc:docMk/>
            <pc:sldMk cId="0" sldId="260"/>
            <ac:picMk id="9" creationId="{AB20A64E-7EB5-6B2A-2B93-4EB2B61787F1}"/>
          </ac:picMkLst>
        </pc:picChg>
      </pc:sldChg>
      <pc:sldChg chg="addSp delSp modSp mod">
        <pc:chgData name="Bhandari, Aaditi Dharmendra" userId="309d48b9-7bea-4a7f-972e-5cf8e69b80e2" providerId="ADAL" clId="{D8D9715D-EE94-4E91-99BB-9875AF1CB874}" dt="2026-08-17T16:01:56.419" v="114"/>
        <pc:sldMkLst>
          <pc:docMk/>
          <pc:sldMk cId="0" sldId="261"/>
        </pc:sldMkLst>
        <pc:spChg chg="mod">
          <ac:chgData name="Bhandari, Aaditi Dharmendra" userId="309d48b9-7bea-4a7f-972e-5cf8e69b80e2" providerId="ADAL" clId="{D8D9715D-EE94-4E91-99BB-9875AF1CB874}" dt="2026-08-17T16:01:48.770" v="112" actId="20577"/>
          <ac:spMkLst>
            <pc:docMk/>
            <pc:sldMk cId="0" sldId="261"/>
            <ac:spMk id="2" creationId="{00000000-0000-0000-0000-000000000000}"/>
          </ac:spMkLst>
        </pc:spChg>
        <pc:spChg chg="add del mod">
          <ac:chgData name="Bhandari, Aaditi Dharmendra" userId="309d48b9-7bea-4a7f-972e-5cf8e69b80e2" providerId="ADAL" clId="{D8D9715D-EE94-4E91-99BB-9875AF1CB874}" dt="2026-08-17T16:01:56.419" v="114"/>
          <ac:spMkLst>
            <pc:docMk/>
            <pc:sldMk cId="0" sldId="261"/>
            <ac:spMk id="8" creationId="{39065CF7-F520-CCEB-19A8-21EB094E6BFF}"/>
          </ac:spMkLst>
        </pc:spChg>
      </pc:sldChg>
      <pc:sldChg chg="del">
        <pc:chgData name="Bhandari, Aaditi Dharmendra" userId="309d48b9-7bea-4a7f-972e-5cf8e69b80e2" providerId="ADAL" clId="{D8D9715D-EE94-4E91-99BB-9875AF1CB874}" dt="2026-08-17T16:56:57.162" v="122" actId="2696"/>
        <pc:sldMkLst>
          <pc:docMk/>
          <pc:sldMk cId="0" sldId="262"/>
        </pc:sldMkLst>
      </pc:sldChg>
      <pc:sldChg chg="modSp mod">
        <pc:chgData name="Bhandari, Aaditi Dharmendra" userId="309d48b9-7bea-4a7f-972e-5cf8e69b80e2" providerId="ADAL" clId="{D8D9715D-EE94-4E91-99BB-9875AF1CB874}" dt="2026-08-17T16:57:04.080" v="123" actId="6549"/>
        <pc:sldMkLst>
          <pc:docMk/>
          <pc:sldMk cId="0" sldId="263"/>
        </pc:sldMkLst>
        <pc:spChg chg="mod">
          <ac:chgData name="Bhandari, Aaditi Dharmendra" userId="309d48b9-7bea-4a7f-972e-5cf8e69b80e2" providerId="ADAL" clId="{D8D9715D-EE94-4E91-99BB-9875AF1CB874}" dt="2026-08-17T16:57:04.080" v="123" actId="6549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Bhandari, Aaditi Dharmendra" userId="309d48b9-7bea-4a7f-972e-5cf8e69b80e2" providerId="ADAL" clId="{D8D9715D-EE94-4E91-99BB-9875AF1CB874}" dt="2026-08-17T16:57:53.759" v="124" actId="2696"/>
        <pc:sldMkLst>
          <pc:docMk/>
          <pc:sldMk cId="0" sldId="264"/>
        </pc:sldMkLst>
      </pc:sldChg>
      <pc:sldChg chg="addSp delSp modSp mod">
        <pc:chgData name="Bhandari, Aaditi Dharmendra" userId="309d48b9-7bea-4a7f-972e-5cf8e69b80e2" providerId="ADAL" clId="{D8D9715D-EE94-4E91-99BB-9875AF1CB874}" dt="2026-08-17T17:00:57.773" v="241"/>
        <pc:sldMkLst>
          <pc:docMk/>
          <pc:sldMk cId="0" sldId="265"/>
        </pc:sldMkLst>
        <pc:spChg chg="mod">
          <ac:chgData name="Bhandari, Aaditi Dharmendra" userId="309d48b9-7bea-4a7f-972e-5cf8e69b80e2" providerId="ADAL" clId="{D8D9715D-EE94-4E91-99BB-9875AF1CB874}" dt="2026-08-17T16:58:17.352" v="17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6:58:28.580" v="174" actId="6549"/>
          <ac:spMkLst>
            <pc:docMk/>
            <pc:sldMk cId="0" sldId="265"/>
            <ac:spMk id="9" creationId="{00000000-0000-0000-0000-000000000000}"/>
          </ac:spMkLst>
        </pc:spChg>
        <pc:spChg chg="mod">
          <ac:chgData name="Bhandari, Aaditi Dharmendra" userId="309d48b9-7bea-4a7f-972e-5cf8e69b80e2" providerId="ADAL" clId="{D8D9715D-EE94-4E91-99BB-9875AF1CB874}" dt="2026-08-17T16:58:51.598" v="238" actId="20577"/>
          <ac:spMkLst>
            <pc:docMk/>
            <pc:sldMk cId="0" sldId="265"/>
            <ac:spMk id="10" creationId="{00000000-0000-0000-0000-000000000000}"/>
          </ac:spMkLst>
        </pc:spChg>
        <pc:spChg chg="add del mod">
          <ac:chgData name="Bhandari, Aaditi Dharmendra" userId="309d48b9-7bea-4a7f-972e-5cf8e69b80e2" providerId="ADAL" clId="{D8D9715D-EE94-4E91-99BB-9875AF1CB874}" dt="2026-08-17T16:58:46.689" v="237"/>
          <ac:spMkLst>
            <pc:docMk/>
            <pc:sldMk cId="0" sldId="265"/>
            <ac:spMk id="11" creationId="{6F95CE37-88A1-2207-D966-F5EE4B897E28}"/>
          </ac:spMkLst>
        </pc:spChg>
        <pc:spChg chg="add del mod">
          <ac:chgData name="Bhandari, Aaditi Dharmendra" userId="309d48b9-7bea-4a7f-972e-5cf8e69b80e2" providerId="ADAL" clId="{D8D9715D-EE94-4E91-99BB-9875AF1CB874}" dt="2026-08-17T17:00:57.773" v="241"/>
          <ac:spMkLst>
            <pc:docMk/>
            <pc:sldMk cId="0" sldId="265"/>
            <ac:spMk id="12" creationId="{74E59AFA-079F-BEF9-5DFB-48CF1745D9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67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ib2000/resume-match-check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itib2000/resume-match-check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81754" y="-3154680"/>
            <a:ext cx="5486400" cy="54864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MATCH CHECKER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resume &amp; ATS checker — designed, built, and deployed end-to-end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34340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131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61972" y="4343400"/>
            <a:ext cx="2272284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61972" y="43434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Job Matching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35424" y="434340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35424" y="43434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AI Analysis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github.com/Aditib2000/resume-match-checker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97112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Aaditi Dharmendra Bhandari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resumes never reach a recruiters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Tracking Systems screen resumes before a recruiter ever opens them  often on formatting quirks and keyword overlap alone, with no feedback on what went wrong.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28575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28575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 trips up parsers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bullets, missing headers, or unusual characters silently break ATS text extraction.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9976" y="26060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0136" y="28575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0136" y="28575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54296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&amp; skill mismatches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0016" y="44348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experience gets filtered out simply because it's phrased differently than the job posting.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260604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91472" y="28575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91472" y="28575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85632" y="3931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feedback on rejection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31352" y="44348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rarely learn why a resume was screened out or how to actually fix 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checks in one free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09728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05940" y="2423160"/>
            <a:ext cx="914400" cy="91440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0594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Compatibility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 for contact info, section headers, bullet &amp; date consistency, and parse-breaking characters.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79976" y="1965960"/>
            <a:ext cx="3429000" cy="109728"/>
          </a:xfrm>
          <a:prstGeom prst="round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37276" y="2423160"/>
            <a:ext cx="914400" cy="91440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37276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54296" y="3520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Job Matching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0016" y="40690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embedding model compares resume bullets to job requirements by meaning — not just exact keywords.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1312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11312" y="1965960"/>
            <a:ext cx="3429000" cy="109728"/>
          </a:xfrm>
          <a:prstGeom prst="round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468612" y="2423160"/>
            <a:ext cx="914400" cy="91440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68612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85632" y="3520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Gap Analysis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31352" y="40690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explains weak matches and suggests rewrites  completely optional, and free when run locally.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3227832"/>
            <a:ext cx="601218" cy="36576"/>
          </a:xfrm>
          <a:prstGeom prst="rect">
            <a:avLst/>
          </a:prstGeom>
          <a:solidFill>
            <a:srgbClr val="C7C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449449" y="30906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</a:rPr>
              <a:t>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01600" dist="38100" dir="5400000" algn="bl" rotWithShape="0">
              <a:srgbClr val="1F2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20140" y="25831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20140" y="25831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 Post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/ pdf / docx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24578" y="3227832"/>
            <a:ext cx="601218" cy="36576"/>
          </a:xfrm>
          <a:prstGeom prst="rect">
            <a:avLst/>
          </a:prstGeom>
          <a:solidFill>
            <a:srgbClr val="C7C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8027" y="30906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7218" y="23774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01600" dist="38100" dir="5400000" algn="bl" rotWithShape="0">
              <a:srgbClr val="1F2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58718" y="25831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8718" y="25831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78658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Extract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78658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src/parse.py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63156" y="3227832"/>
            <a:ext cx="601218" cy="36576"/>
          </a:xfrm>
          <a:prstGeom prst="rect">
            <a:avLst/>
          </a:prstGeom>
          <a:solidFill>
            <a:srgbClr val="C7C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26605" y="30906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25796" y="23774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01600" dist="38100" dir="5400000" algn="bl" rotWithShape="0">
              <a:srgbClr val="1F2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97296" y="25831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97296" y="25831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🧮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17236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Rules +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Match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17236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free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301734" y="3227832"/>
            <a:ext cx="601218" cy="36576"/>
          </a:xfrm>
          <a:prstGeom prst="rect">
            <a:avLst/>
          </a:prstGeom>
          <a:solidFill>
            <a:srgbClr val="C7C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65183" y="309067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C3AED"/>
                </a:solidFill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64374" y="23774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01600" dist="38100" dir="5400000" algn="bl" rotWithShape="0">
              <a:srgbClr val="1F2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35874" y="25831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35874" y="25831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655814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55814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gauges + tables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902952" y="23774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01600" dist="38100" dir="5400000" algn="bl" rotWithShape="0">
              <a:srgbClr val="1F2333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474452" y="2583180"/>
            <a:ext cx="594360" cy="5943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474452" y="25831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994392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Web UI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994392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fpdf2 + Streamlit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470916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processing for scoring — no data ever leaves your machine unless you opt into Claude gap analysis.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friendly front door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or try it instantly with built-in sample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103120"/>
            <a:ext cx="97200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1F23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20A64E-7EB5-6B2A-2B93-4EB2B6178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32" y="2138756"/>
            <a:ext cx="9443888" cy="43992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that actually help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score gauges, color-coded requirement matches, and a downloadable PDF report.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103120"/>
            <a:ext cx="97200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77800" dist="76200" dir="5400000" algn="bl" rotWithShape="0">
              <a:srgbClr val="1F2333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:\Users\aadit\OneDrive - UNT System\Desktop\resume-match-checker\Screenshots\Screenshot 2026-08-14 14475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25880" y="2194560"/>
            <a:ext cx="9537192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ATS feedback while you edit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PostToolUse hook automatically re-runs the ATS check whenever Claude edits a resume file — instant score feedback while revising, with no extra command to type.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99916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156716" y="2834640"/>
            <a:ext cx="27432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93976" y="30861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93976" y="3086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✏️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93876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edits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resume.txt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66076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22876" y="2834640"/>
            <a:ext cx="27432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0136" y="30861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0136" y="3086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60036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fires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89036" y="2834640"/>
            <a:ext cx="27432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9E9F2"/>
            </a:solidFill>
            <a:prstDash val="solid"/>
          </a:ln>
          <a:effectLst>
            <a:outerShdw blurRad="127000" dist="50800" dir="5400000" algn="bl" rotWithShape="0">
              <a:srgbClr val="1F23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226296" y="3086100"/>
            <a:ext cx="868680" cy="8686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26296" y="30861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📣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6196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shown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56716" y="5257800"/>
            <a:ext cx="9875520" cy="594360"/>
          </a:xfrm>
          <a:prstGeom prst="roundRect">
            <a:avLst>
              <a:gd name="adj" fmla="val 15385"/>
            </a:avLst>
          </a:prstGeom>
          <a:solidFill>
            <a:srgbClr val="433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31036" y="52578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“ATS check: resume.txt scored 79/100. Failed: Bullet consistency; Date formatting”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72591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A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Free. Open source.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Try it Now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6949440" cy="5669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Try the live app — link in this post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6949440" cy="566928"/>
          </a:xfrm>
          <a:prstGeom prst="roundRect">
            <a:avLst>
              <a:gd name="adj" fmla="val 50000"/>
            </a:avLst>
          </a:prstGeom>
          <a:ln w="19050">
            <a:solidFill>
              <a:srgbClr val="A5B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42569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🔗  github.com/Aditib2000/resume-match-checker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193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Aaditi Dharmendra Bhandari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437</Words>
  <Application>Microsoft Office PowerPoint</Application>
  <PresentationFormat>Widescreen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Aaditi Dharmendra</cp:lastModifiedBy>
  <cp:revision>1</cp:revision>
  <dcterms:created xsi:type="dcterms:W3CDTF">2026-08-17T15:54:40Z</dcterms:created>
  <dcterms:modified xsi:type="dcterms:W3CDTF">2026-08-17T17:02:04Z</dcterms:modified>
</cp:coreProperties>
</file>